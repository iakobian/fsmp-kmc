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-2074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742427" y="209902"/>
            <a:ext cx="5472608" cy="6006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3635896" y="3573016"/>
            <a:ext cx="758939" cy="4446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4394835" y="3573016"/>
            <a:ext cx="0" cy="4446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H="1">
            <a:off x="3635896" y="3573016"/>
            <a:ext cx="7589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V="1">
            <a:off x="4394835" y="3600450"/>
            <a:ext cx="708660" cy="4171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 flipH="1" flipV="1">
            <a:off x="4394835" y="3573016"/>
            <a:ext cx="708660" cy="274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669030" y="3583305"/>
            <a:ext cx="45720" cy="16744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453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12746" y="-237890"/>
            <a:ext cx="6534532" cy="7272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Прямая соединительная линия 2"/>
          <p:cNvCxnSpPr/>
          <p:nvPr/>
        </p:nvCxnSpPr>
        <p:spPr>
          <a:xfrm flipV="1">
            <a:off x="3491880" y="582930"/>
            <a:ext cx="2268840" cy="377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>
            <a:off x="3491880" y="620688"/>
            <a:ext cx="114285" cy="3922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3606165" y="4474845"/>
            <a:ext cx="2280285" cy="68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H="1" flipV="1">
            <a:off x="5772150" y="582930"/>
            <a:ext cx="114300" cy="3891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3491880" y="620688"/>
            <a:ext cx="1194420" cy="1916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4686300" y="2514600"/>
            <a:ext cx="2251710" cy="228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H="1" flipV="1">
            <a:off x="5766435" y="582930"/>
            <a:ext cx="1171575" cy="1931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686300" y="2528887"/>
            <a:ext cx="1200150" cy="1934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5886450" y="4437112"/>
            <a:ext cx="2357958" cy="26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H="1" flipV="1">
            <a:off x="6926580" y="2520316"/>
            <a:ext cx="1317828" cy="1938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535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83416" y="394591"/>
            <a:ext cx="6609218" cy="6048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186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177288" y="-801024"/>
            <a:ext cx="4896544" cy="8316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2051720" y="1628800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2051720" y="1628800"/>
            <a:ext cx="576064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3059832" y="1628800"/>
            <a:ext cx="557763" cy="822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2627784" y="2492896"/>
            <a:ext cx="9898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9071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0</Words>
  <Application>Microsoft Office PowerPoint</Application>
  <PresentationFormat>Экран (4:3)</PresentationFormat>
  <Paragraphs>0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iakobian</dc:creator>
  <cp:lastModifiedBy>iakobian</cp:lastModifiedBy>
  <cp:revision>5</cp:revision>
  <dcterms:created xsi:type="dcterms:W3CDTF">2019-06-11T16:06:01Z</dcterms:created>
  <dcterms:modified xsi:type="dcterms:W3CDTF">2019-06-12T07:12:28Z</dcterms:modified>
</cp:coreProperties>
</file>